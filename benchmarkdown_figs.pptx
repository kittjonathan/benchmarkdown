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CB9535-581F-4668-8AC0-1E03A6D9A9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AC5682-EF41-4233-B703-76E2E339A6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910A3F-FBF9-43E3-94D2-95B017E00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DE4B-38FB-45EF-BA7F-EF7D40AC600C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F7B42E-89A3-4AC5-806A-7234BC061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126A81-AD2D-4FCA-897B-64965349A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C6B2-01D5-4BAA-8111-72B4BEE885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2609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9028A6-6D11-4557-B0FA-A971E9DB7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E7DE66-C04F-461C-B208-5FD59D17C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C22BAE-63A4-4B30-B4FB-CF12B8D3C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DE4B-38FB-45EF-BA7F-EF7D40AC600C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839880-7EEF-4039-83A0-89F594F79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E51C47-EE4C-45A2-B90B-EFD05EAA8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C6B2-01D5-4BAA-8111-72B4BEE885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718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0DAEB6-69B4-475F-B577-874F3EBF6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A632B75-9AF5-44D0-BB1F-E533FCFCA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CD3B1D-A659-4CB4-9C8A-CA99E7357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DE4B-38FB-45EF-BA7F-EF7D40AC600C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968144-736B-4F65-9162-CE94BEB01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E8B5BA-61F7-4BC6-AD9A-99D37A704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C6B2-01D5-4BAA-8111-72B4BEE885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9961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A064BE-CC45-44F3-8E82-1E64A9EE2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C1EB03-8E1F-4FD8-8666-2C4B39EE76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AB8592A-A785-4658-9311-EFEAFEA48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616D07E-C4BE-42FF-A182-4E14CC4C4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DE4B-38FB-45EF-BA7F-EF7D40AC600C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EBEC6D-D9CA-4A65-859B-661B49DDE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8C31ECF-3E25-4524-8889-A67787954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C6B2-01D5-4BAA-8111-72B4BEE885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8307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26FADC-2FA3-4870-9245-CDF0DBA25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C21D693-A428-4958-8A70-7F5DD2D08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8B1A57D-4AD6-488E-AF90-B0DF72A74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1C18520-D7D6-405D-AD8E-4E8D34BB54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C545254-4688-43D1-A74B-21F88C897F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404BAA5-B457-4B02-AB7A-A398E5051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DE4B-38FB-45EF-BA7F-EF7D40AC600C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923C2F3-F4BA-4073-9098-2E9065A6B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468A580-2E67-4E69-80D3-436B95D98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C6B2-01D5-4BAA-8111-72B4BEE885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3617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7A2C42-941B-448D-9069-4828F193D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E76CAFE-CF0A-4918-9465-D9A5AA6E8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DE4B-38FB-45EF-BA7F-EF7D40AC600C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62E3215-32E6-46B6-9F9B-BA1214160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FCC1486-D557-48B0-87DC-B1FA3DDB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C6B2-01D5-4BAA-8111-72B4BEE885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4091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FF9F9FC-1420-4EC8-9097-5962C9D8C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DE4B-38FB-45EF-BA7F-EF7D40AC600C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46CB146-2D42-4522-BCAF-589C4F25D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05CC027-EE81-4B92-96AF-E83A919F6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C6B2-01D5-4BAA-8111-72B4BEE885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6610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BFB605-F803-4896-A026-FA7F155C8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DF8B19-C730-4C80-B644-D92268209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9BB50CC-7BB9-4D55-862C-166B449AA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AD505C-C35D-47AC-97C2-F6F09895C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DE4B-38FB-45EF-BA7F-EF7D40AC600C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6DEE45D-A76D-4BF7-B697-F135025B7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BBEE24D-BE7F-4829-87DA-B38EA38C3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C6B2-01D5-4BAA-8111-72B4BEE885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3549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2D7222-E79F-439A-87DC-B355081C3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8F5D6E3-01B5-4290-AD2C-0F57AEABA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AA8D3E2-103F-4D39-8B62-9B9EB251D5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8AFBF5E-8901-476A-B0ED-98F9141A9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DE4B-38FB-45EF-BA7F-EF7D40AC600C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03ED903-0990-436C-81D7-677E7D70E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B57A626-7013-4301-A11B-B8CB9AAAB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C6B2-01D5-4BAA-8111-72B4BEE885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184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308C54-FC97-4D90-A8C0-4215FDCA0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F0FCD78-5676-4729-A78A-39FE04258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E3F3EB-9031-4144-97D9-5C35116D2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DE4B-38FB-45EF-BA7F-EF7D40AC600C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A39127-63C0-4003-89C8-4E69CBFCE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9B0C21-5A03-4DE8-B2CD-7A46AB38C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C6B2-01D5-4BAA-8111-72B4BEE885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5991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E82EFCE-130E-436C-B65A-425C82EBB6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E415641-B5E1-489E-A140-DE1169C8E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4A22CD-1EB4-4F3B-851A-765D528E1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7DE4B-38FB-45EF-BA7F-EF7D40AC600C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00C7A5-27B4-47E1-BA5E-D3561A9C1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943955-C640-4624-A51C-302B6EB97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C6B2-01D5-4BAA-8111-72B4BEE885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1752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418049E-5DA0-41BF-B61C-ABFA9BDF6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5309A4-378F-4DCE-A2C5-D3DDB1E89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CA330D-93A2-4682-9C1A-B763BA1C85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7DE4B-38FB-45EF-BA7F-EF7D40AC600C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410822-BE6A-4AC5-B404-659F4B01E8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AC2F5F-8820-478B-B247-5081069974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7C6B2-01D5-4BAA-8111-72B4BEE885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5207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4B4E36-0528-431A-9F8A-DE9DB5DA83D0}"/>
              </a:ext>
            </a:extLst>
          </p:cNvPr>
          <p:cNvSpPr/>
          <p:nvPr/>
        </p:nvSpPr>
        <p:spPr>
          <a:xfrm>
            <a:off x="2438400" y="2623723"/>
            <a:ext cx="7315200" cy="172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7200" dirty="0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C3FE20D8-2172-47E0-A8C4-C482F6FFC249}"/>
              </a:ext>
            </a:extLst>
          </p:cNvPr>
          <p:cNvGrpSpPr/>
          <p:nvPr/>
        </p:nvGrpSpPr>
        <p:grpSpPr>
          <a:xfrm>
            <a:off x="2438400" y="2679519"/>
            <a:ext cx="7315200" cy="1498962"/>
            <a:chOff x="2438400" y="2875002"/>
            <a:chExt cx="7315200" cy="1498962"/>
          </a:xfrm>
        </p:grpSpPr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B9C5FCCA-3832-49B0-A0B3-9896D5C15FCA}"/>
                </a:ext>
              </a:extLst>
            </p:cNvPr>
            <p:cNvSpPr txBox="1"/>
            <p:nvPr/>
          </p:nvSpPr>
          <p:spPr>
            <a:xfrm>
              <a:off x="2438400" y="2875002"/>
              <a:ext cx="7315200" cy="110799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6600" dirty="0">
                  <a:solidFill>
                    <a:schemeClr val="bg1"/>
                  </a:solidFill>
                  <a:latin typeface="Raleway ExtraLight" panose="020B0303030101060003" pitchFamily="34" charset="0"/>
                </a:rPr>
                <a:t>bench</a:t>
              </a:r>
              <a:r>
                <a:rPr lang="fr-FR" sz="6600" dirty="0">
                  <a:solidFill>
                    <a:schemeClr val="bg1"/>
                  </a:solidFill>
                  <a:latin typeface="Raleway ExtraBold" panose="020B0903030101060003" pitchFamily="34" charset="0"/>
                </a:rPr>
                <a:t>markdown</a:t>
              </a:r>
            </a:p>
          </p:txBody>
        </p: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8D9AEFCB-18C9-477C-AC0D-ABE5FC768530}"/>
                </a:ext>
              </a:extLst>
            </p:cNvPr>
            <p:cNvGrpSpPr/>
            <p:nvPr/>
          </p:nvGrpSpPr>
          <p:grpSpPr>
            <a:xfrm>
              <a:off x="2751588" y="3907497"/>
              <a:ext cx="6685698" cy="466467"/>
              <a:chOff x="2751588" y="3907497"/>
              <a:chExt cx="6685698" cy="466467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9DFC6C4-02D3-4F60-9D8D-367AB4C1BA3C}"/>
                  </a:ext>
                </a:extLst>
              </p:cNvPr>
              <p:cNvSpPr/>
              <p:nvPr/>
            </p:nvSpPr>
            <p:spPr>
              <a:xfrm>
                <a:off x="2751588" y="3907497"/>
                <a:ext cx="2340000" cy="72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251A314-9345-4923-BEBB-F45529D19249}"/>
                  </a:ext>
                </a:extLst>
              </p:cNvPr>
              <p:cNvSpPr/>
              <p:nvPr/>
            </p:nvSpPr>
            <p:spPr>
              <a:xfrm>
                <a:off x="2751588" y="4106481"/>
                <a:ext cx="4464000" cy="72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3A8AB0B-966F-4783-A9B3-8C36DDCC9100}"/>
                  </a:ext>
                </a:extLst>
              </p:cNvPr>
              <p:cNvSpPr/>
              <p:nvPr/>
            </p:nvSpPr>
            <p:spPr>
              <a:xfrm>
                <a:off x="5117286" y="4301964"/>
                <a:ext cx="4320000" cy="72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98488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e 57">
            <a:extLst>
              <a:ext uri="{FF2B5EF4-FFF2-40B4-BE49-F238E27FC236}">
                <a16:creationId xmlns:a16="http://schemas.microsoft.com/office/drawing/2014/main" id="{B47B4087-CE6B-46BC-A9CC-487D7D06FF85}"/>
              </a:ext>
            </a:extLst>
          </p:cNvPr>
          <p:cNvGrpSpPr/>
          <p:nvPr/>
        </p:nvGrpSpPr>
        <p:grpSpPr>
          <a:xfrm>
            <a:off x="651743" y="1044983"/>
            <a:ext cx="9764874" cy="4430612"/>
            <a:chOff x="651743" y="1044983"/>
            <a:chExt cx="9764874" cy="4430612"/>
          </a:xfrm>
        </p:grpSpPr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B9C5FCCA-3832-49B0-A0B3-9896D5C15FCA}"/>
                </a:ext>
              </a:extLst>
            </p:cNvPr>
            <p:cNvSpPr txBox="1"/>
            <p:nvPr/>
          </p:nvSpPr>
          <p:spPr>
            <a:xfrm>
              <a:off x="651743" y="1044983"/>
              <a:ext cx="4140000" cy="10800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4000" dirty="0">
                  <a:latin typeface="Raleway ExtraLight" panose="020B0303030101060003" pitchFamily="34" charset="0"/>
                </a:rPr>
                <a:t>bench</a:t>
              </a:r>
              <a:r>
                <a:rPr lang="fr-FR" sz="4000" dirty="0">
                  <a:solidFill>
                    <a:schemeClr val="bg1">
                      <a:lumMod val="85000"/>
                    </a:schemeClr>
                  </a:solidFill>
                  <a:latin typeface="Raleway ExtraLight" panose="020B0303030101060003" pitchFamily="34" charset="0"/>
                </a:rPr>
                <a:t>markdown</a:t>
              </a:r>
            </a:p>
          </p:txBody>
        </p:sp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6D795504-079D-41C3-91A7-F2D42D85CE58}"/>
                </a:ext>
              </a:extLst>
            </p:cNvPr>
            <p:cNvSpPr txBox="1"/>
            <p:nvPr/>
          </p:nvSpPr>
          <p:spPr>
            <a:xfrm>
              <a:off x="5376617" y="2722663"/>
              <a:ext cx="5040000" cy="108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Raleway Light" panose="020B0403030101060003" pitchFamily="34" charset="0"/>
                </a:rPr>
                <a:t>Having completed a University Degree in Data Science, I've left the lab bench behind to benchmark stuff.</a:t>
              </a:r>
              <a:endParaRPr lang="fr-FR" dirty="0">
                <a:latin typeface="Raleway Light" panose="020B0403030101060003" pitchFamily="34" charset="0"/>
              </a:endParaRPr>
            </a:p>
          </p:txBody>
        </p:sp>
        <p:sp>
          <p:nvSpPr>
            <p:cNvPr id="55" name="ZoneTexte 54">
              <a:extLst>
                <a:ext uri="{FF2B5EF4-FFF2-40B4-BE49-F238E27FC236}">
                  <a16:creationId xmlns:a16="http://schemas.microsoft.com/office/drawing/2014/main" id="{3A3274ED-2CA0-4292-B245-C5B34D8B03C0}"/>
                </a:ext>
              </a:extLst>
            </p:cNvPr>
            <p:cNvSpPr txBox="1"/>
            <p:nvPr/>
          </p:nvSpPr>
          <p:spPr>
            <a:xfrm>
              <a:off x="5376617" y="4395595"/>
              <a:ext cx="5040000" cy="108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Raleway Light" panose="020B0403030101060003" pitchFamily="34" charset="0"/>
                </a:rPr>
                <a:t>Because literate programming is awesome! (and this blog is built in Quarto)</a:t>
              </a:r>
              <a:endParaRPr lang="fr-FR" dirty="0">
                <a:latin typeface="Raleway Light" panose="020B0403030101060003" pitchFamily="34" charset="0"/>
              </a:endParaRPr>
            </a:p>
          </p:txBody>
        </p: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A3DAD5FF-ABD8-45F4-872C-4D085397D284}"/>
                </a:ext>
              </a:extLst>
            </p:cNvPr>
            <p:cNvSpPr txBox="1"/>
            <p:nvPr/>
          </p:nvSpPr>
          <p:spPr>
            <a:xfrm>
              <a:off x="5376617" y="1049731"/>
              <a:ext cx="5040000" cy="108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latin typeface="Raleway Light" panose="020B0403030101060003" pitchFamily="34" charset="0"/>
                </a:rPr>
                <a:t>I started as a lab technician, developing and implementing molecular biology techniques.</a:t>
              </a:r>
              <a:endParaRPr lang="fr-FR" dirty="0">
                <a:latin typeface="Raleway Light" panose="020B0403030101060003" pitchFamily="34" charset="0"/>
              </a:endParaRPr>
            </a:p>
          </p:txBody>
        </p:sp>
        <p:sp>
          <p:nvSpPr>
            <p:cNvPr id="64" name="ZoneTexte 63">
              <a:extLst>
                <a:ext uri="{FF2B5EF4-FFF2-40B4-BE49-F238E27FC236}">
                  <a16:creationId xmlns:a16="http://schemas.microsoft.com/office/drawing/2014/main" id="{8D3C1538-DBF5-4B13-B8EB-89D50BD7555F}"/>
                </a:ext>
              </a:extLst>
            </p:cNvPr>
            <p:cNvSpPr txBox="1"/>
            <p:nvPr/>
          </p:nvSpPr>
          <p:spPr>
            <a:xfrm>
              <a:off x="651743" y="2908720"/>
              <a:ext cx="4140000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4000" dirty="0">
                  <a:latin typeface="Raleway ExtraLight" panose="020B0303030101060003" pitchFamily="34" charset="0"/>
                </a:rPr>
                <a:t>benchmark</a:t>
              </a:r>
              <a:r>
                <a:rPr lang="fr-FR" sz="4000" dirty="0">
                  <a:solidFill>
                    <a:schemeClr val="bg1">
                      <a:lumMod val="85000"/>
                    </a:schemeClr>
                  </a:solidFill>
                  <a:latin typeface="Raleway ExtraLight" panose="020B0303030101060003" pitchFamily="34" charset="0"/>
                </a:rPr>
                <a:t>down</a:t>
              </a:r>
            </a:p>
          </p:txBody>
        </p:sp>
        <p:sp>
          <p:nvSpPr>
            <p:cNvPr id="65" name="ZoneTexte 64">
              <a:extLst>
                <a:ext uri="{FF2B5EF4-FFF2-40B4-BE49-F238E27FC236}">
                  <a16:creationId xmlns:a16="http://schemas.microsoft.com/office/drawing/2014/main" id="{43032605-7B6C-45E9-AD13-8518AD18557C}"/>
                </a:ext>
              </a:extLst>
            </p:cNvPr>
            <p:cNvSpPr txBox="1"/>
            <p:nvPr/>
          </p:nvSpPr>
          <p:spPr>
            <a:xfrm>
              <a:off x="651743" y="4581652"/>
              <a:ext cx="4140000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4000" dirty="0">
                  <a:solidFill>
                    <a:schemeClr val="bg1">
                      <a:lumMod val="85000"/>
                    </a:schemeClr>
                  </a:solidFill>
                  <a:latin typeface="Raleway ExtraLight" panose="020B0303030101060003" pitchFamily="34" charset="0"/>
                </a:rPr>
                <a:t>bench</a:t>
              </a:r>
              <a:r>
                <a:rPr lang="fr-FR" sz="4000" dirty="0">
                  <a:latin typeface="Raleway ExtraLight" panose="020B0303030101060003" pitchFamily="34" charset="0"/>
                </a:rPr>
                <a:t>markdown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813732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52</Words>
  <Application>Microsoft Office PowerPoint</Application>
  <PresentationFormat>Grand écran</PresentationFormat>
  <Paragraphs>7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Raleway ExtraBold</vt:lpstr>
      <vt:lpstr>Raleway ExtraLight</vt:lpstr>
      <vt:lpstr>Raleway Light</vt:lpstr>
      <vt:lpstr>Thème Office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Jonathan Kitt</dc:creator>
  <cp:lastModifiedBy>Jonathan Kitt</cp:lastModifiedBy>
  <cp:revision>7</cp:revision>
  <dcterms:created xsi:type="dcterms:W3CDTF">2026-05-29T18:46:35Z</dcterms:created>
  <dcterms:modified xsi:type="dcterms:W3CDTF">2026-05-29T20:21:42Z</dcterms:modified>
</cp:coreProperties>
</file>